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313" r:id="rId3"/>
    <p:sldId id="314" r:id="rId4"/>
    <p:sldId id="320" r:id="rId5"/>
    <p:sldId id="321" r:id="rId6"/>
  </p:sldIdLst>
  <p:sldSz cx="18288000" cy="10287000"/>
  <p:notesSz cx="6858000" cy="9144000"/>
  <p:embeddedFontLst>
    <p:embeddedFont>
      <p:font typeface="Arimo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240" userDrawn="1">
          <p15:clr>
            <a:srgbClr val="A4A3A4"/>
          </p15:clr>
        </p15:guide>
        <p15:guide id="4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79646"/>
    <a:srgbClr val="8064A2"/>
    <a:srgbClr val="4F81BD"/>
    <a:srgbClr val="0066FF"/>
    <a:srgbClr val="D0D8E8"/>
    <a:srgbClr val="1515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70" d="100"/>
          <a:sy n="70" d="100"/>
        </p:scale>
        <p:origin x="284" y="48"/>
      </p:cViewPr>
      <p:guideLst>
        <p:guide orient="horz" pos="2134"/>
        <p:guide pos="2880"/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1BF03-8D2F-4ADF-8276-43322AB409E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7FE1C-B313-4BB9-A992-154272112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3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7FE1C-B313-4BB9-A992-1542721127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572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4621-32D5-8308-48A5-5DBD531A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A2573-DA37-8857-2546-7B91A584B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8B900-B077-F9A2-5D5B-1CB89A8E9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834C8-F8D5-964D-7359-0F87B61E5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9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719333"/>
            <a:ext cx="18310176" cy="1010083"/>
            <a:chOff x="0" y="0"/>
            <a:chExt cx="49774569" cy="2745819"/>
          </a:xfrm>
        </p:grpSpPr>
        <p:sp>
          <p:nvSpPr>
            <p:cNvPr id="3" name="Freeform 3"/>
            <p:cNvSpPr/>
            <p:nvPr/>
          </p:nvSpPr>
          <p:spPr>
            <a:xfrm>
              <a:off x="38809" y="23527"/>
              <a:ext cx="49697002" cy="2698701"/>
            </a:xfrm>
            <a:custGeom>
              <a:avLst/>
              <a:gdLst/>
              <a:ahLst/>
              <a:cxnLst/>
              <a:rect l="l" t="t" r="r" b="b"/>
              <a:pathLst>
                <a:path w="49697002" h="2698701">
                  <a:moveTo>
                    <a:pt x="0" y="0"/>
                  </a:moveTo>
                  <a:lnTo>
                    <a:pt x="49697002" y="0"/>
                  </a:lnTo>
                  <a:lnTo>
                    <a:pt x="49697002" y="2698701"/>
                  </a:lnTo>
                  <a:lnTo>
                    <a:pt x="0" y="2698701"/>
                  </a:lnTo>
                  <a:close/>
                </a:path>
              </a:pathLst>
            </a:custGeom>
            <a:solidFill>
              <a:srgbClr val="B4C7E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9774593" cy="2745755"/>
            </a:xfrm>
            <a:custGeom>
              <a:avLst/>
              <a:gdLst/>
              <a:ahLst/>
              <a:cxnLst/>
              <a:rect l="l" t="t" r="r" b="b"/>
              <a:pathLst>
                <a:path w="49774593" h="2745755">
                  <a:moveTo>
                    <a:pt x="38809" y="0"/>
                  </a:moveTo>
                  <a:lnTo>
                    <a:pt x="49735811" y="0"/>
                  </a:lnTo>
                  <a:cubicBezTo>
                    <a:pt x="49757282" y="0"/>
                    <a:pt x="49774593" y="10509"/>
                    <a:pt x="49774593" y="23527"/>
                  </a:cubicBezTo>
                  <a:lnTo>
                    <a:pt x="49774593" y="2722228"/>
                  </a:lnTo>
                  <a:cubicBezTo>
                    <a:pt x="49774593" y="2735246"/>
                    <a:pt x="49757282" y="2745755"/>
                    <a:pt x="49735811" y="2745755"/>
                  </a:cubicBezTo>
                  <a:lnTo>
                    <a:pt x="38809" y="2745755"/>
                  </a:lnTo>
                  <a:cubicBezTo>
                    <a:pt x="17335" y="2745755"/>
                    <a:pt x="0" y="2735246"/>
                    <a:pt x="0" y="2722228"/>
                  </a:cubicBezTo>
                  <a:lnTo>
                    <a:pt x="0" y="23527"/>
                  </a:lnTo>
                  <a:cubicBezTo>
                    <a:pt x="0" y="10509"/>
                    <a:pt x="17335" y="0"/>
                    <a:pt x="38809" y="0"/>
                  </a:cubicBezTo>
                  <a:moveTo>
                    <a:pt x="38809" y="47054"/>
                  </a:moveTo>
                  <a:lnTo>
                    <a:pt x="38809" y="23527"/>
                  </a:lnTo>
                  <a:lnTo>
                    <a:pt x="77618" y="23527"/>
                  </a:lnTo>
                  <a:lnTo>
                    <a:pt x="77618" y="2722228"/>
                  </a:lnTo>
                  <a:lnTo>
                    <a:pt x="38809" y="2722228"/>
                  </a:lnTo>
                  <a:lnTo>
                    <a:pt x="38809" y="2698701"/>
                  </a:lnTo>
                  <a:lnTo>
                    <a:pt x="49735811" y="2698701"/>
                  </a:lnTo>
                  <a:lnTo>
                    <a:pt x="49735811" y="2722228"/>
                  </a:lnTo>
                  <a:lnTo>
                    <a:pt x="49697001" y="2722228"/>
                  </a:lnTo>
                  <a:lnTo>
                    <a:pt x="49697001" y="23527"/>
                  </a:lnTo>
                  <a:lnTo>
                    <a:pt x="49735811" y="23527"/>
                  </a:lnTo>
                  <a:lnTo>
                    <a:pt x="49735811" y="47054"/>
                  </a:lnTo>
                  <a:lnTo>
                    <a:pt x="38809" y="47054"/>
                  </a:lnTo>
                  <a:close/>
                </a:path>
              </a:pathLst>
            </a:custGeom>
            <a:solidFill>
              <a:srgbClr val="2F559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9774569" cy="2764869"/>
            </a:xfrm>
            <a:prstGeom prst="rect">
              <a:avLst/>
            </a:prstGeom>
          </p:spPr>
          <p:txBody>
            <a:bodyPr lIns="24917" tIns="24917" rIns="24917" bIns="24917" rtlCol="0" anchor="ctr"/>
            <a:lstStyle/>
            <a:p>
              <a:pPr algn="ctr">
                <a:lnSpc>
                  <a:spcPts val="5738"/>
                </a:lnSpc>
              </a:pPr>
              <a:r>
                <a:rPr lang="en-US" sz="4782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Reconfigurable Robot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660280" y="3027085"/>
            <a:ext cx="6473681" cy="3488969"/>
          </a:xfrm>
          <a:custGeom>
            <a:avLst/>
            <a:gdLst/>
            <a:ahLst/>
            <a:cxnLst/>
            <a:rect l="l" t="t" r="r" b="b"/>
            <a:pathLst>
              <a:path w="6473681" h="3488969">
                <a:moveTo>
                  <a:pt x="0" y="0"/>
                </a:moveTo>
                <a:lnTo>
                  <a:pt x="6473680" y="0"/>
                </a:lnTo>
                <a:lnTo>
                  <a:pt x="6473680" y="3488969"/>
                </a:lnTo>
                <a:lnTo>
                  <a:pt x="0" y="3488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552" b="-3984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154041" y="3027084"/>
            <a:ext cx="6684555" cy="3488969"/>
          </a:xfrm>
          <a:custGeom>
            <a:avLst/>
            <a:gdLst/>
            <a:ahLst/>
            <a:cxnLst/>
            <a:rect l="l" t="t" r="r" b="b"/>
            <a:pathLst>
              <a:path w="6586221" h="3468033">
                <a:moveTo>
                  <a:pt x="0" y="0"/>
                </a:moveTo>
                <a:lnTo>
                  <a:pt x="6586220" y="0"/>
                </a:lnTo>
                <a:lnTo>
                  <a:pt x="6586220" y="3468033"/>
                </a:lnTo>
                <a:lnTo>
                  <a:pt x="0" y="3468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222" b="-53993"/>
            </a:stretch>
          </a:blipFill>
        </p:spPr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5F66D55-D980-D9B6-2EFB-918C8736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8" name="Freeform 9" descr="Thapar Institute of Engineering and Technology (Thapar University) |  Patiala, India"/>
          <p:cNvSpPr/>
          <p:nvPr/>
        </p:nvSpPr>
        <p:spPr>
          <a:xfrm>
            <a:off x="7148030" y="1149489"/>
            <a:ext cx="4394914" cy="2250507"/>
          </a:xfrm>
          <a:custGeom>
            <a:avLst/>
            <a:gdLst/>
            <a:ahLst/>
            <a:cxnLst/>
            <a:rect l="l" t="t" r="r" b="b"/>
            <a:pathLst>
              <a:path w="4394914" h="2250507">
                <a:moveTo>
                  <a:pt x="0" y="0"/>
                </a:moveTo>
                <a:lnTo>
                  <a:pt x="4394915" y="0"/>
                </a:lnTo>
                <a:lnTo>
                  <a:pt x="4394915" y="2250507"/>
                </a:lnTo>
                <a:lnTo>
                  <a:pt x="0" y="2250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976"/>
            </a:stretch>
          </a:blipFill>
        </p:spPr>
      </p:sp>
      <p:sp>
        <p:nvSpPr>
          <p:cNvPr id="19" name="Freeform 10" descr="Thapar Institute of Engineering and Technology (Thapar University) |  Patiala, India"/>
          <p:cNvSpPr/>
          <p:nvPr/>
        </p:nvSpPr>
        <p:spPr>
          <a:xfrm>
            <a:off x="8379000" y="-96004"/>
            <a:ext cx="1061236" cy="2250507"/>
          </a:xfrm>
          <a:custGeom>
            <a:avLst/>
            <a:gdLst/>
            <a:ahLst/>
            <a:cxnLst/>
            <a:rect l="l" t="t" r="r" b="b"/>
            <a:pathLst>
              <a:path w="1061236" h="2250507">
                <a:moveTo>
                  <a:pt x="0" y="0"/>
                </a:moveTo>
                <a:lnTo>
                  <a:pt x="1061236" y="0"/>
                </a:lnTo>
                <a:lnTo>
                  <a:pt x="1061236" y="2250507"/>
                </a:lnTo>
                <a:lnTo>
                  <a:pt x="0" y="2250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677" r="-423881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2498-F661-6B43-2FD1-A1E807C2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WhatsApp Video 2025-07-17 at 12.12.45_b8c8d5b2">
            <a:hlinkClick r:id="" action="ppaction://media"/>
            <a:extLst>
              <a:ext uri="{FF2B5EF4-FFF2-40B4-BE49-F238E27FC236}">
                <a16:creationId xmlns:a16="http://schemas.microsoft.com/office/drawing/2014/main" id="{FC85B1AC-3A9D-2D1C-F0A3-14C806B215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" y="-37834"/>
            <a:ext cx="18318252" cy="1032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1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63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WhatsApp Video 2025-07-17 at 12.14.53_ae2f8ae1">
            <a:hlinkClick r:id="" action="ppaction://media"/>
            <a:extLst>
              <a:ext uri="{FF2B5EF4-FFF2-40B4-BE49-F238E27FC236}">
                <a16:creationId xmlns:a16="http://schemas.microsoft.com/office/drawing/2014/main" id="{6C47A656-D652-395D-CCE7-107DB480E7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20944"/>
            <a:ext cx="18313912" cy="1032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8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97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0636-D7F6-78D1-DA00-CEFA434D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WhatsApp Video 2025-07-17 at 12.01.39_33bb020a">
            <a:hlinkClick r:id="" action="ppaction://media"/>
            <a:extLst>
              <a:ext uri="{FF2B5EF4-FFF2-40B4-BE49-F238E27FC236}">
                <a16:creationId xmlns:a16="http://schemas.microsoft.com/office/drawing/2014/main" id="{B753D784-7786-7AC5-D10A-229BABC773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6338"/>
            <a:ext cx="18313914" cy="1032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4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7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CFB3-EED3-A3A4-54E7-62E4FCE0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WhatsApp Video 2025-08-15 at 18.31.14_5057b00a">
            <a:hlinkClick r:id="" action="ppaction://media"/>
            <a:extLst>
              <a:ext uri="{FF2B5EF4-FFF2-40B4-BE49-F238E27FC236}">
                <a16:creationId xmlns:a16="http://schemas.microsoft.com/office/drawing/2014/main" id="{54D95E84-2C35-C14D-0F63-9E499EBBD3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7456" y="0"/>
            <a:ext cx="18385456" cy="103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8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8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3862</TotalTime>
  <Words>19</Words>
  <Application>Microsoft Office PowerPoint</Application>
  <PresentationFormat>Custom</PresentationFormat>
  <Paragraphs>4</Paragraphs>
  <Slides>5</Slides>
  <Notes>2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Arimo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Mst Ppt</dc:title>
  <dc:creator>LUVYA</dc:creator>
  <cp:lastModifiedBy>Luvya Lamba</cp:lastModifiedBy>
  <cp:revision>27</cp:revision>
  <dcterms:created xsi:type="dcterms:W3CDTF">2006-08-16T00:00:00Z</dcterms:created>
  <dcterms:modified xsi:type="dcterms:W3CDTF">2026-10-06T07:41:18Z</dcterms:modified>
  <dc:identifier>DAGsUX-geGM</dc:identifier>
</cp:coreProperties>
</file>